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822960"/>
            <a:ext cx="457200" cy="457200"/>
          </a:xfrm>
          <a:prstGeom prst="ellipse">
            <a:avLst/>
          </a:prstGeom>
          <a:solidFill>
            <a:srgbClr val="0E7C8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554480"/>
            <a:ext cx="256032" cy="256032"/>
          </a:xfrm>
          <a:prstGeom prst="ellipse">
            <a:avLst/>
          </a:prstGeom>
          <a:solidFill>
            <a:srgbClr val="F2A93B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920240"/>
            <a:ext cx="201168" cy="201168"/>
          </a:xfrm>
          <a:prstGeom prst="ellipse">
            <a:avLst/>
          </a:prstGeom>
          <a:solidFill>
            <a:srgbClr val="BFE6E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02920"/>
            <a:ext cx="146304" cy="146304"/>
          </a:xfrm>
          <a:prstGeom prst="ellipse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1417320"/>
            <a:ext cx="128016" cy="128016"/>
          </a:xfrm>
          <a:prstGeom prst="ellipse">
            <a:avLst/>
          </a:prstGeom>
          <a:solidFill>
            <a:srgbClr val="F2A93B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2194560"/>
            <a:ext cx="164592" cy="164592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029614"/>
            <a:ext cx="592531" cy="5925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VERIGUARD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658368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AppSec &amp; Compliance — Orchestrated on AWS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8368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that turns AWS Security Agent + AWS Continuum into an enterprise-grade, multi-tenant, audit-ready service — for MSSPs and regulated enterprises.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" y="6035040"/>
            <a:ext cx="10881360" cy="0"/>
          </a:xfrm>
          <a:prstGeom prst="line">
            <a:avLst/>
          </a:prstGeom>
          <a:noFill/>
          <a:ln w="12700">
            <a:solidFill>
              <a:srgbClr val="1C2D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Build Plan  |  Prepared by Govind  |  June 2026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052560" y="6172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B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built the engine. Enterprises still need the chassis.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Agent and AWS Continuum are powerful per application, per AWS account. At fleet scale across dozens or hundreds of accounts, three things are still missing.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58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AWS already delivers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87552" y="309067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penetration testing with reproducible, validated exploits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87552" y="405079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9776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design and code security reviews against org standards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87552" y="501091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937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Continuum: discover, prioritize, validate, and remediate vulnerabilities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187452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2194560"/>
            <a:ext cx="548640" cy="54864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930" y="227137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2258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at fleet scale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02552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5"/>
          <p:cNvSpPr/>
          <p:nvPr/>
        </p:nvSpPr>
        <p:spPr>
          <a:xfrm>
            <a:off x="6949440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multi-tenant console spanning client or business-unit AWS accounts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702552" y="40507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/>
          <p:nvPr/>
        </p:nvSpPr>
        <p:spPr>
          <a:xfrm>
            <a:off x="6949440" y="39776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 tracking, usage billing, or white-label client reporting layer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702552" y="50109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0" y="4937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mapping of findings to SOC 2, PCI-DSS, HIPAA, or FedRAMP controls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converging markets, one underbuilt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MSSP market size,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691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$23B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63440" y="2651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/ compliance software market, 2026 (~11% CAGR)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1691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12480" y="2651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penetration of agentic AI SOC platforms today — early and accelerating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Hype Cycle for Emerging Technologies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MSSPs need to resell continuous AppSec without building agent technology. Enterprises need compliance automation that keeps pace with AI-speed remediation. Nobody has connected AWS's own agents to either need.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Veriguard: the orchestration and intelligence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809" y="217352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AWS Organizations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Agent + AWS Continuum running natively in N client accounts (Agent Spaces, cross-account IAM)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86200" y="31546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617720" y="182880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0A0F1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9300" y="21031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09" y="217352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Veriguard Core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00600" y="32004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• Normalize • Govern • Report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589520" y="31546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8321040" y="182880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2354580"/>
            <a:ext cx="457200" cy="457200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4185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MSSP Console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144000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ops, SLAs, billing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321040" y="361188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549640" y="4137660"/>
            <a:ext cx="457200" cy="45720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2016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44000" y="4142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mapping, evidence packages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Veriguard MSSP Console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 continuous AppSec across every client AWS Organization from one pane of glass.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530352" cy="530352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29" y="1720169"/>
            <a:ext cx="381853" cy="3818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627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dashboards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97680" y="162763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Space per client, centrally managed and filtered by tag, team, or business unit.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532888"/>
            <a:ext cx="530352" cy="530352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" y="2607137"/>
            <a:ext cx="381853" cy="3818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orchestration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297680" y="25146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 roles via AWS Organizations reach every client account without shared credentials.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3419856"/>
            <a:ext cx="530352" cy="530352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9" y="3494105"/>
            <a:ext cx="381853" cy="38185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401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tracking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297680" y="34015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Time-to-triage and time-to-remediate measured against each client's contracted commitments.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306824"/>
            <a:ext cx="530352" cy="530352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29" y="4381073"/>
            <a:ext cx="381853" cy="38185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288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billing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297680" y="428853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scans, pentests, and remediations per tenant via AWS Marketplace metering or direct billing.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40080" y="5193792"/>
            <a:ext cx="530352" cy="530352"/>
          </a:xfrm>
          <a:prstGeom prst="ellipse">
            <a:avLst/>
          </a:prstGeom>
          <a:solidFill>
            <a:srgbClr val="EAF6F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29" y="5268041"/>
            <a:ext cx="381853" cy="38185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51755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reporting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297680" y="5175504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Client-branded findings and remediation reports, exported on demand or on a schedule.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40080" y="6080760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console, every client — onboarding a new tenant takes minutes, not weeks.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Veriguard Comply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0876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finding and remediation into audit-ready evidence, automatically.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09" y="2219249"/>
            <a:ext cx="362102" cy="362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788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Control-mapping engine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3154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findings and fixes to SOC 2, PCI-DSS, HIPAA, and FedRAMP controls automatically.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18745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29" y="2219249"/>
            <a:ext cx="362102" cy="3621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788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evidence packages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446520" y="3154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bundles stored with S3 Object Lock — no more manual screenshot collection.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1605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809" y="4505249"/>
            <a:ext cx="362102" cy="3621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5074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drift tracking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14400" y="5440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tracks compliance posture between audits and flags regressions early.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172200" y="41605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434840"/>
            <a:ext cx="502920" cy="50292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929" y="4505249"/>
            <a:ext cx="362102" cy="3621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46520" y="5074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auditor exports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446520" y="54406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exact evidence package an auditor asks for, scoped to a framework and date range.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built natively on AWS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AEE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AWS Organizations  —  AWS Security Agent + AWS Continuum  (Agent Spaces · cross-account IAM · API/SDK)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06440" y="1801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0" y="224028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36392" y="31546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25312" y="31546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006840" y="224028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14232" y="31546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2306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70" y="2682850"/>
            <a:ext cx="395021" cy="39502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37490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• SQS • Lambda normalizers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41198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790" y="2682850"/>
            <a:ext cx="395021" cy="3950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11880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703320" y="37490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(tenants/findings) • DynamoDB (events) • S3 Object Lock (evidence)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20090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10" y="2682850"/>
            <a:ext cx="395021" cy="39502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92240" y="37490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compliance mapping • Step Functions remediation governance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98982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630" y="2682850"/>
            <a:ext cx="395021" cy="39502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89720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281160" y="37490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• Marketplace billing • Jira / ServiceNow / Slack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deploys and scales independently per client AWS Organization — no shared multi-tenant database to outgrow.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product: governance by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Veriguard secures itself to the same bar it sells.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" cy="530352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720169"/>
            <a:ext cx="381853" cy="3818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276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remediation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80560" y="162763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Continuum auto-remediation requires explicit approval before moving from learn mode to enforce mode, per tenant risk policy.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24912"/>
            <a:ext cx="530352" cy="530352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29" y="2799161"/>
            <a:ext cx="381853" cy="3818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0662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80560" y="270662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captures every action Veriguard takes on a client account — who approved what, and when.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30352" cy="530352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" y="3878153"/>
            <a:ext cx="381853" cy="3818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856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80560" y="3785616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Least-privilege, cross-account IAM scoped per tenant; no tenant can see another tenant's data.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882896"/>
            <a:ext cx="530352" cy="530352"/>
          </a:xfrm>
          <a:prstGeom prst="ellipse">
            <a:avLst/>
          </a:prstGeom>
          <a:solidFill>
            <a:srgbClr val="EAEE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9" y="4957145"/>
            <a:ext cx="381853" cy="38185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8646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everywhere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480560" y="486460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KMS-backed encryption at rest and in transit across Aurora, DynamoDB, and S3 evidence storage.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6080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CloudTrail, KMS, and least-privilege IAM aren't add-ons — they're how Veriguard earns the right to touch production AWS accounts.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sell through the channel that already trusts AWS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173736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/ national MSSPs &amp; AWS SI partners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Marketplace + ISV Accelerate co-sell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Resell continuous AppSec without building agent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enterprises (multi business-unit)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sales + AWS account team co-sell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automation across internal "tenants" (business units)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snapshot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7033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MSSP Console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83280" y="3703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per managed AWS account / month + metered overage per scan, pentest, or remediation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6177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0" y="4617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compliance framework, per tenant, per year (SOC 2, PCI-DSS, HIPAA, FedRAMP packs)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5532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5532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annual fee covering unlimited internal business-unit tenants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why defensible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166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SOC platforms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87552" y="2267712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94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Dropzone AI, Torq, Radiant, Prophet — built for SOC alert triage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87552" y="3182112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1089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on top of detection tools (SIEM, EDR), not application security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87552" y="4096512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0233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 compliance reporting; not control-mapped at the finding level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87552" y="5010912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937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tie-in to AWS's own pentesting / remediation agents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280160"/>
            <a:ext cx="5166360" cy="4754880"/>
          </a:xfrm>
          <a:prstGeom prst="roundRect">
            <a:avLst>
              <a:gd name="adj" fmla="val 1538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0A0F1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Veriguard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02552" y="22677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194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on AWS's own frontier AppSec agent and remediation engine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02552" y="31821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31089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Compliance-native: every finding and fix is control-mapped automatically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02552" y="40965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40233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and MSSP-ready from day one, not retrofitted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02552" y="50109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4937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the AWS Marketplace and partner channel AWS already built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from design partners to platform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97280" y="2377440"/>
            <a:ext cx="9966960" cy="0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2121408"/>
            <a:ext cx="512064" cy="51206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0–2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API/partner access; finalize data model; sign 1–2 design partners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2988" y="2121408"/>
            <a:ext cx="512064" cy="51206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298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83180" y="2880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203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2–5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2034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20340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mapping engine; read-only multi-tenant dashboard; manual evidence export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24728" y="2121408"/>
            <a:ext cx="512064" cy="51206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74920" y="2880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5–9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GA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12080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orchestration; SLA tracking; usage billing; PCI-DSS pack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16468" y="2121408"/>
            <a:ext cx="512064" cy="51206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646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66660" y="2880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0382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9–14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0382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03820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Marketplace listing; white-label reporting; HIPAA + FedRAMP packs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808208" y="2121408"/>
            <a:ext cx="512064" cy="51206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0820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09760" y="288036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5400000">
              <a:srgbClr val="0A0F1E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4692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14+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4692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646920" y="36576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Cross-cloud normalization; AI risk quantification; ISO 27001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to be true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dependencies and risks for this plan, stated plainly.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765889"/>
            <a:ext cx="381853" cy="3818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7335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access is gated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1673352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Continuum for code vulnerabilities is in gated preview with select design partners as of mid-2026 — partner/API access is a real dependency for the Comply remediation tie-in.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29" y="2844881"/>
            <a:ext cx="381853" cy="3818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523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 de-risks Module 1 now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63440" y="2752344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Agent is GA with full API/SDK support and GitHub Enterprise integration, so the MSSP Console can be built and piloted today.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84962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" y="3923873"/>
            <a:ext cx="381853" cy="3818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3133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must be enterprise-grade from day one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663440" y="3831336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security product that fails its own security bar is a non-starter — this cannot be a phase-2 retrofit.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928616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9" y="5002865"/>
            <a:ext cx="381853" cy="38185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9103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1–2 anchor design partners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663440" y="491032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MSSP or a regulated enterprise willing to pilot before GA, to validate SLA and compliance-mapping assumptions against real findings.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6080760"/>
            <a:ext cx="10881360" cy="0"/>
          </a:xfrm>
          <a:prstGeom prst="line">
            <a:avLst/>
          </a:prstGeom>
          <a:noFill/>
          <a:ln w="12700">
            <a:solidFill>
              <a:srgbClr val="E8D5A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6172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works without AWS's continued investment in Security Agent and Continuum — which is exactly the bet this plan makes.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3825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94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get from concept to pilot in 5 months.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C2D52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09" y="2264969"/>
            <a:ext cx="362102" cy="362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partner access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33832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access to AWS Security Agent and Continuum APIs, plus AWS ISV Accelerate enrollment.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19202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C2D52"/>
          </a:solidFill>
          <a:ln/>
        </p:spPr>
      </p:sp>
      <p:sp>
        <p:nvSpPr>
          <p:cNvPr id="12" name="Shape 8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849" y="2264969"/>
            <a:ext cx="362102" cy="3621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pilot customers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63440" y="33832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MSSP or SI partner, and/or one regulated enterprise compliance team, to co-design Phase 0–1.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38160" y="19202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C2D52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0" y="21945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889" y="2264969"/>
            <a:ext cx="362102" cy="3621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for the MVP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412480" y="33832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/ budget to fund Phase 0–1 (design + MVP) per the roadmap on slide 11.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5577840"/>
            <a:ext cx="10881360" cy="0"/>
          </a:xfrm>
          <a:prstGeom prst="line">
            <a:avLst/>
          </a:prstGeom>
          <a:noFill/>
          <a:ln w="12700">
            <a:solidFill>
              <a:srgbClr val="1C2D5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Govind  —  elngovind@gmail.com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22960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B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VERIGUARD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Veriguard — Concept &amp; Build Plan</dc:title>
  <dc:subject>PptxGenJS Presentation</dc:subject>
  <dc:creator>Govind</dc:creator>
  <cp:lastModifiedBy>Govind</cp:lastModifiedBy>
  <cp:revision>1</cp:revision>
  <dcterms:created xsi:type="dcterms:W3CDTF">2026-06-30T09:26:34Z</dcterms:created>
  <dcterms:modified xsi:type="dcterms:W3CDTF">2026-06-30T09:26:34Z</dcterms:modified>
</cp:coreProperties>
</file>